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6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9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3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70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7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51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69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2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8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1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7369C45-0063-4604-A13A-353845CC41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C5C5D-BC94-4E77-BA2D-D59A5C689B43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7251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D9B6F-7AFB-A5E0-19A0-84EFC58086FA}"/>
              </a:ext>
            </a:extLst>
          </p:cNvPr>
          <p:cNvSpPr txBox="1"/>
          <p:nvPr/>
        </p:nvSpPr>
        <p:spPr>
          <a:xfrm>
            <a:off x="1926770" y="1066800"/>
            <a:ext cx="5758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of Reliable Networking Beyond the Traditional OSI Model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32096-C1C0-6B79-9E9F-4FF49734520C}"/>
              </a:ext>
            </a:extLst>
          </p:cNvPr>
          <p:cNvSpPr txBox="1"/>
          <p:nvPr/>
        </p:nvSpPr>
        <p:spPr>
          <a:xfrm>
            <a:off x="7554685" y="4691743"/>
            <a:ext cx="30588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Megavarshini.T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192521290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715D4-3367-DA88-9A2A-3026B25691E5}"/>
              </a:ext>
            </a:extLst>
          </p:cNvPr>
          <p:cNvSpPr txBox="1"/>
          <p:nvPr/>
        </p:nvSpPr>
        <p:spPr>
          <a:xfrm>
            <a:off x="3080656" y="3024076"/>
            <a:ext cx="7761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CSA07814-COMPUTER NETWORKS</a:t>
            </a:r>
            <a:endParaRPr lang="en-I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BB257-CFB4-8694-BEE7-548B2792CF5B}"/>
              </a:ext>
            </a:extLst>
          </p:cNvPr>
          <p:cNvSpPr txBox="1"/>
          <p:nvPr/>
        </p:nvSpPr>
        <p:spPr>
          <a:xfrm>
            <a:off x="1578429" y="4691743"/>
            <a:ext cx="313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GUIDENES: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Jesu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2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530616-6030-F3CE-28E6-F6C6FA2341CA}"/>
              </a:ext>
            </a:extLst>
          </p:cNvPr>
          <p:cNvSpPr txBox="1"/>
          <p:nvPr/>
        </p:nvSpPr>
        <p:spPr>
          <a:xfrm>
            <a:off x="1578428" y="1628507"/>
            <a:ext cx="770708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IN" sz="3600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OSI Model?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networking framework with 7 layers.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communication between different systems.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networking education and design.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Move Beyond OSI?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AI, IoT, Cloud Computing, 5G/6G.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layered architecture cannot fully meet modern networking demands.</a:t>
            </a:r>
          </a:p>
        </p:txBody>
      </p:sp>
    </p:spTree>
    <p:extLst>
      <p:ext uri="{BB962C8B-B14F-4D97-AF65-F5344CB8AC3E}">
        <p14:creationId xmlns:p14="http://schemas.microsoft.com/office/powerpoint/2010/main" val="128540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585115-E277-8918-9BA5-1E7F0FA36D3D}"/>
              </a:ext>
            </a:extLst>
          </p:cNvPr>
          <p:cNvSpPr txBox="1"/>
          <p:nvPr/>
        </p:nvSpPr>
        <p:spPr>
          <a:xfrm>
            <a:off x="1621972" y="1513115"/>
            <a:ext cx="62048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Networking Technologies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Software-Defined Networking (SDN) – Centralized network control.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Network Function Virtualization (NFV) – Virtualizes network devices.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AI-Driven Networking – Self-healing and intelligent traffic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Edge Computing – Faster processing near users.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6G Networks – Ultra-fast, low-latency communication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9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93465-07CB-3FC2-3CF0-646C6FA2BAC7}"/>
              </a:ext>
            </a:extLst>
          </p:cNvPr>
          <p:cNvSpPr txBox="1"/>
          <p:nvPr/>
        </p:nvSpPr>
        <p:spPr>
          <a:xfrm>
            <a:off x="1621972" y="1099457"/>
            <a:ext cx="52142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Future Networking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transmission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latency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automation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scalability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reliability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cloud and IoT support</a:t>
            </a:r>
          </a:p>
        </p:txBody>
      </p:sp>
    </p:spTree>
    <p:extLst>
      <p:ext uri="{BB962C8B-B14F-4D97-AF65-F5344CB8AC3E}">
        <p14:creationId xmlns:p14="http://schemas.microsoft.com/office/powerpoint/2010/main" val="185040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B48DE-D13D-E62E-2A2F-3D19E90FEAB0}"/>
              </a:ext>
            </a:extLst>
          </p:cNvPr>
          <p:cNvSpPr txBox="1"/>
          <p:nvPr/>
        </p:nvSpPr>
        <p:spPr>
          <a:xfrm>
            <a:off x="1556658" y="1709057"/>
            <a:ext cx="6324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remains important for learning networking concepts.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networks rely on AI, SDN, NFV, Edge Computing, and 6G.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make networks smarter, faster, more secure, and highly reliable.</a:t>
            </a:r>
          </a:p>
        </p:txBody>
      </p:sp>
    </p:spTree>
    <p:extLst>
      <p:ext uri="{BB962C8B-B14F-4D97-AF65-F5344CB8AC3E}">
        <p14:creationId xmlns:p14="http://schemas.microsoft.com/office/powerpoint/2010/main" val="1471002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21</TotalTime>
  <Words>205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MS Shell Dlg 2</vt:lpstr>
      <vt:lpstr>Times New Roman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Thiyagarajan</dc:creator>
  <cp:lastModifiedBy>E Thiyagarajan</cp:lastModifiedBy>
  <cp:revision>1</cp:revision>
  <dcterms:created xsi:type="dcterms:W3CDTF">2026-07-19T18:18:17Z</dcterms:created>
  <dcterms:modified xsi:type="dcterms:W3CDTF">2026-07-19T18:39:44Z</dcterms:modified>
</cp:coreProperties>
</file>